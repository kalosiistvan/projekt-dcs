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95219-4CD8-4ACB-0950-D41A5325352E}" v="16" dt="2025-12-04T08:17:39.464"/>
    <p1510:client id="{60F49ECC-CB90-60D1-4877-C928FE93824E}" v="44" dt="2025-12-04T08:16:04.2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871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63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17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0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57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746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80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991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699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5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78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645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>
                <a:ea typeface="+mj-lt"/>
                <a:cs typeface="+mj-lt"/>
              </a:rPr>
              <a:t>Szólánc </a:t>
            </a:r>
            <a:r>
              <a:rPr lang="hu-HU" dirty="0" err="1">
                <a:ea typeface="+mj-lt"/>
                <a:cs typeface="+mj-lt"/>
              </a:rPr>
              <a:t>Turbo</a:t>
            </a:r>
            <a:r>
              <a:rPr lang="hu-HU" dirty="0">
                <a:ea typeface="+mj-lt"/>
                <a:cs typeface="+mj-lt"/>
              </a:rPr>
              <a:t> Edition – C# Konzoljáték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hu-HU" i="1" dirty="0">
                <a:ea typeface="+mn-lt"/>
                <a:cs typeface="+mn-lt"/>
              </a:rPr>
              <a:t>Készítette: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hu-HU" dirty="0">
                <a:ea typeface="+mn-lt"/>
                <a:cs typeface="+mn-lt"/>
              </a:rPr>
              <a:t>Szász Máté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 dirty="0" err="1">
                <a:ea typeface="+mn-lt"/>
                <a:cs typeface="+mn-lt"/>
              </a:rPr>
              <a:t>Kálosi</a:t>
            </a:r>
            <a:r>
              <a:rPr lang="hu-HU" dirty="0">
                <a:ea typeface="+mn-lt"/>
                <a:cs typeface="+mn-lt"/>
              </a:rPr>
              <a:t> István</a:t>
            </a:r>
            <a:endParaRPr lang="hu-HU" dirty="0"/>
          </a:p>
          <a:p>
            <a:pPr marL="285750" indent="-285750">
              <a:buFont typeface="Arial"/>
              <a:buChar char="•"/>
            </a:pPr>
            <a:r>
              <a:rPr lang="hu-HU" dirty="0">
                <a:ea typeface="+mn-lt"/>
                <a:cs typeface="+mn-lt"/>
              </a:rPr>
              <a:t>Vajóda Mózes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566D-80F2-ED45-E55D-3268DF3B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A program célja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773F-A712-208E-8EA6-2EED27A49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Szólánc játék megvalósítása C# konzolon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Egyjátékos (gép ellen) és kétjátékos mód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Magyar szavakra szabott működés és ellenőrzés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44317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69588-143A-D44F-54EA-09F485C04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Fő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funkciók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F47A4-0340-0855-2302-AE054AE50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Szóbevitelek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normalizálása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kisbetű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ékezetek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kezelése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Utolsó </a:t>
            </a:r>
            <a:r>
              <a:rPr lang="en-US" err="1">
                <a:ea typeface="+mn-lt"/>
                <a:cs typeface="+mn-lt"/>
              </a:rPr>
              <a:t>betű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alapján</a:t>
            </a:r>
            <a:r>
              <a:rPr lang="en-US">
                <a:ea typeface="+mn-lt"/>
                <a:cs typeface="+mn-lt"/>
              </a:rPr>
              <a:t> működő szólánc-szabályrendszer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Használt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szavak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nyilvántartása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>
                <a:latin typeface="Consolas"/>
              </a:rPr>
              <a:t>HashSet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gép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által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generált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következő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szó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választása</a:t>
            </a:r>
            <a:endParaRPr lang="en-US" dirty="0" err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85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DD0C-5F60-6822-1008-279480F8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Kódrészlet</a:t>
            </a:r>
            <a:r>
              <a:rPr lang="en-US" dirty="0">
                <a:ea typeface="+mj-lt"/>
                <a:cs typeface="+mj-lt"/>
              </a:rPr>
              <a:t>: </a:t>
            </a:r>
            <a:r>
              <a:rPr lang="en-US" dirty="0" err="1">
                <a:ea typeface="+mj-lt"/>
                <a:cs typeface="+mj-lt"/>
              </a:rPr>
              <a:t>NormalizeWord</a:t>
            </a:r>
            <a:r>
              <a:rPr lang="en-US" dirty="0">
                <a:ea typeface="+mj-lt"/>
                <a:cs typeface="+mj-lt"/>
              </a:rPr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5DE8-A61A-7EDC-7341-4EC452F35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A </a:t>
            </a:r>
            <a:r>
              <a:rPr lang="en-US" b="1" dirty="0" err="1">
                <a:ea typeface="+mn-lt"/>
                <a:cs typeface="+mn-lt"/>
              </a:rPr>
              <a:t>függvény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feladatai</a:t>
            </a:r>
            <a:r>
              <a:rPr lang="en-US" b="1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 </a:t>
            </a:r>
            <a:r>
              <a:rPr lang="en-US" dirty="0" err="1">
                <a:ea typeface="+mn-lt"/>
                <a:cs typeface="+mn-lt"/>
              </a:rPr>
              <a:t>bevitt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szöveg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megtisztítása</a:t>
            </a:r>
            <a:endParaRPr lang="en-US" dirty="0" err="1"/>
          </a:p>
          <a:p>
            <a:r>
              <a:rPr lang="en-US" dirty="0" err="1">
                <a:ea typeface="+mn-lt"/>
                <a:cs typeface="+mn-lt"/>
              </a:rPr>
              <a:t>Kisbetűssé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alakítás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latin typeface="Consolas"/>
              </a:rPr>
              <a:t>ToLowerInvariant</a:t>
            </a:r>
            <a:r>
              <a:rPr lang="en-US" dirty="0">
                <a:latin typeface="Consolas"/>
              </a:rPr>
              <a:t>()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Regex </a:t>
            </a:r>
            <a:r>
              <a:rPr lang="en-US" dirty="0" err="1">
                <a:ea typeface="+mn-lt"/>
                <a:cs typeface="+mn-lt"/>
              </a:rPr>
              <a:t>segítségével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csak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érvényes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magyar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betűk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elfogadása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Dupla </a:t>
            </a:r>
            <a:r>
              <a:rPr lang="en-US" dirty="0" err="1">
                <a:ea typeface="+mn-lt"/>
                <a:cs typeface="+mn-lt"/>
              </a:rPr>
              <a:t>szavak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kötőjeles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alakok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kezelése</a:t>
            </a:r>
            <a:endParaRPr lang="en-US" dirty="0" err="1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42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1CE7-6BEE-C7AF-82D8-3FBFC11A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 </a:t>
            </a:r>
            <a:r>
              <a:rPr lang="en-US" dirty="0" err="1">
                <a:ea typeface="+mj-lt"/>
                <a:cs typeface="+mj-lt"/>
              </a:rPr>
              <a:t>játékmenet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C20CB-67ED-42E6-A6DF-C4A72FF3E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err="1"/>
              <a:t>Egyjátékos</a:t>
            </a:r>
            <a:r>
              <a:rPr lang="en-US" b="1"/>
              <a:t> </a:t>
            </a:r>
            <a:r>
              <a:rPr lang="en-US" b="1" err="1"/>
              <a:t>mód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A </a:t>
            </a:r>
            <a:r>
              <a:rPr lang="en-US" err="1">
                <a:ea typeface="+mn-lt"/>
                <a:cs typeface="+mn-lt"/>
              </a:rPr>
              <a:t>játékos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és</a:t>
            </a:r>
            <a:r>
              <a:rPr lang="en-US">
                <a:ea typeface="+mn-lt"/>
                <a:cs typeface="+mn-lt"/>
              </a:rPr>
              <a:t> a gép felváltva mondanak szavakat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 </a:t>
            </a:r>
            <a:r>
              <a:rPr lang="en-US" err="1">
                <a:ea typeface="+mn-lt"/>
                <a:cs typeface="+mn-lt"/>
              </a:rPr>
              <a:t>gép</a:t>
            </a:r>
            <a:r>
              <a:rPr lang="en-US">
                <a:ea typeface="+mn-lt"/>
                <a:cs typeface="+mn-lt"/>
              </a:rPr>
              <a:t> a szó utolsó betűje alapján válaszol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Ha a </a:t>
            </a:r>
            <a:r>
              <a:rPr lang="en-US" err="1">
                <a:ea typeface="+mn-lt"/>
                <a:cs typeface="+mn-lt"/>
              </a:rPr>
              <a:t>gép</a:t>
            </a:r>
            <a:r>
              <a:rPr lang="en-US">
                <a:ea typeface="+mn-lt"/>
                <a:cs typeface="+mn-lt"/>
              </a:rPr>
              <a:t> nem talál megfelelő szót → a játékos nyer</a:t>
            </a:r>
            <a:endParaRPr lang="en-US"/>
          </a:p>
          <a:p>
            <a:r>
              <a:rPr lang="en-US" b="1"/>
              <a:t>Kétjátékos mód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 </a:t>
            </a:r>
            <a:r>
              <a:rPr lang="en-US" err="1">
                <a:ea typeface="+mn-lt"/>
                <a:cs typeface="+mn-lt"/>
              </a:rPr>
              <a:t>játékosok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felváltva</a:t>
            </a:r>
            <a:r>
              <a:rPr lang="en-US">
                <a:ea typeface="+mn-lt"/>
                <a:cs typeface="+mn-lt"/>
              </a:rPr>
              <a:t> mondanak szavakat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Helytelen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betű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már</a:t>
            </a:r>
            <a:r>
              <a:rPr lang="en-US">
                <a:ea typeface="+mn-lt"/>
                <a:cs typeface="+mn-lt"/>
              </a:rPr>
              <a:t> használt szó vagy üres bevitel → az adott játékos veszít</a:t>
            </a:r>
            <a:endParaRPr lang="en-US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B0A7E-54CA-0492-832D-D7A337796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159" y="1380"/>
            <a:ext cx="6684203" cy="1532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37A208-3682-8C98-A9A8-768A4F18D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091" y="1533870"/>
            <a:ext cx="49244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86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29DD-99E4-ECC7-5094-3BCC0032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Köszönöm</a:t>
            </a:r>
            <a:r>
              <a:rPr lang="en-US" dirty="0"/>
              <a:t> a </a:t>
            </a:r>
            <a:r>
              <a:rPr lang="en-US" dirty="0" err="1"/>
              <a:t>figyelmet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2790420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PortalVTI</vt:lpstr>
      <vt:lpstr>Szólánc Turbo Edition – C# Konzoljáték</vt:lpstr>
      <vt:lpstr>A program célja</vt:lpstr>
      <vt:lpstr>Fő funkciók</vt:lpstr>
      <vt:lpstr>Kódrészlet: NormalizeWord()</vt:lpstr>
      <vt:lpstr>A játékmenet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</cp:revision>
  <dcterms:created xsi:type="dcterms:W3CDTF">2025-12-04T08:13:41Z</dcterms:created>
  <dcterms:modified xsi:type="dcterms:W3CDTF">2025-12-04T08:19:46Z</dcterms:modified>
</cp:coreProperties>
</file>